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5f3a27c-860a-7f68-fe16-741da88a6ed3}">
          <p14:sldIdLst>
            <p14:sldId id="256"/>
            <p14:sldId id="257"/>
            <p14:sldId id="258"/>
          </p14:sldIdLst>
        </p14:section>
        <p14:section name="Nos débuts" id="{f69820cc-8146-38a4-c1d9-5b11585ddabd}">
          <p14:sldIdLst>
            <p14:sldId id="259"/>
            <p14:sldId id="260"/>
            <p14:sldId id="261"/>
            <p14:sldId id="262"/>
          </p14:sldIdLst>
        </p14:section>
        <p14:section name="Toi" id="{6ee46905-8d32-0602-7a91-2a2ba3c41abb}">
          <p14:sldIdLst>
            <p14:sldId id="263"/>
            <p14:sldId id="264"/>
            <p14:sldId id="265"/>
          </p14:sldIdLst>
        </p14:section>
        <p14:section name="Nous" id="{50bd4ff6-9663-3244-f85c-4e0e75513a7c}">
          <p14:sldIdLst>
            <p14:sldId id="266"/>
            <p14:sldId id="267"/>
            <p14:sldId id="268"/>
            <p14:sldId id="269"/>
          </p14:sldIdLst>
        </p14:section>
        <p14:section name="Final" id="{92fb562a-fe57-bcc3-68ff-458353446f1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Pensées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F7E"/>
              </a:solidFill>
              <a:effectLst/>
            </c:spPr>
          </c:dPt>
          <c:dPt>
            <c:idx val="1"/>
            <c:bubble3D val="0"/>
            <c:spPr>
              <a:solidFill>
                <a:srgbClr val="FF8FB1"/>
              </a:solidFill>
              <a:effectLst/>
            </c:spPr>
          </c:dPt>
          <c:dPt>
            <c:idx val="2"/>
            <c:bubble3D val="0"/>
            <c:spPr>
              <a:solidFill>
                <a:srgbClr val="FFC94D"/>
              </a:solidFill>
              <a:effectLst/>
            </c:spPr>
          </c:dPt>
          <c:dPt>
            <c:idx val="3"/>
            <c:bubble3D val="0"/>
            <c:spPr>
              <a:solidFill>
                <a:srgbClr val="7A4F38"/>
              </a:solidFill>
              <a:effectLst/>
            </c:spPr>
          </c:dPt>
          <c:dPt>
            <c:idx val="4"/>
            <c:bubble3D val="0"/>
            <c:spPr>
              <a:solidFill>
                <a:srgbClr val="C9B8A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Toi</c:v>
                </c:pt>
                <c:pt idx="1">
                  <c:v>Toi (encore)</c:v>
                </c:pt>
                <c:pt idx="2">
                  <c:v>Te faire rire</c:v>
                </c:pt>
                <c:pt idx="3">
                  <c:v>Manger</c:v>
                </c:pt>
                <c:pt idx="4">
                  <c:v>Autre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62</c:v>
                </c:pt>
                <c:pt idx="1">
                  <c:v>20</c:v>
                </c:pt>
                <c:pt idx="2">
                  <c:v>10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3A2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Amour</c:v>
                </c:pt>
              </c:strCache>
            </c:strRef>
          </c:tx>
          <c:spPr>
            <a:solidFill>
              <a:srgbClr val="FF4F7E"/>
            </a:solidFill>
            <a:ln w="50800" cap="flat">
              <a:solidFill>
                <a:srgbClr val="FF4F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F4F7E"/>
              </a:solidFill>
              <a:ln w="9525" cap="flat">
                <a:solidFill>
                  <a:srgbClr val="FF4F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Jour 1</c:v>
                  </c:pt>
                  <c:pt idx="1">
                    <c:v>An 1</c:v>
                  </c:pt>
                  <c:pt idx="2">
                    <c:v>An 2</c:v>
                  </c:pt>
                  <c:pt idx="3">
                    <c:v>An 10</c:v>
                  </c:pt>
                  <c:pt idx="4">
                    <c:v>An 30</c:v>
                  </c:pt>
                  <c:pt idx="5">
                    <c:v>An 50</c:v>
                  </c:pt>
                  <c:pt idx="6">
                    <c:v>An 70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40</c:v>
                </c:pt>
                <c:pt idx="2">
                  <c:v>75</c:v>
                </c:pt>
                <c:pt idx="3">
                  <c:v>150</c:v>
                </c:pt>
                <c:pt idx="4">
                  <c:v>260</c:v>
                </c:pt>
                <c:pt idx="5">
                  <c:v>380</c:v>
                </c:pt>
                <c:pt idx="6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4F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F3DC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 petit bout de chocolat tout mignon, mon petit nuage d'amour, mon petit marshmallow tout doux… Joyeux 2 ans mon amour, ma didijti, ma hbiba diali, ma kbidti, mon bébé, mon omri, mon 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estimée de la réunion : 70 ans. Aucune question ne sera acceptée, sauf les demandes de câlins.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crois que mon cœur avait déjà compris ce que ma tête allait mettre du temps à réaliser.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pas juste un bracelet. C'est un petit morceau de notre histoire que je porte avec moi.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te préviens : même dans 60 ans, si tu continues à être hbila, je serai là à te regarder en disant « mais qu'est-ce que je vais faire de toi ya rebbi » avant de te prendre dans mes 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Méthodologie : aucune. Objectivité : zéro. Résultats : 100 % vrais.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 je suis pas objectif du tout, et je l'assume complètement. Mais sérieusement bébé, je suis tellement fier de toi.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Toi, la meilleure médecin du monde, qui gères tes patients, tes enfants et ton mari (li mamhtajch ta gestion 😌) dans la même journée.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de l'analyste : la courbe ne redescend pas. Elle n'a pas le droit.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 enfin : mon petit bout de chocolat, mon petit nuage, mon marshmallow, ma kbidti, mon omri, ma hbiba diali, ma Khadija, mon présent préféré, mon avenir préféré.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8F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88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NK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solidFill>
          <a:srgbClr val="2A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-001"/>
          <p:cNvSpPr txBox="1"/>
          <p:nvPr/>
        </p:nvSpPr>
        <p:spPr>
          <a:xfrm>
            <a:off x="3200400" y="22860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0" dirty="0"/>
          </a:p>
        </p:txBody>
      </p:sp>
      <p:sp>
        <p:nvSpPr>
          <p:cNvPr id="3" name="deco-1"/>
          <p:cNvSpPr txBox="1"/>
          <p:nvPr/>
        </p:nvSpPr>
        <p:spPr>
          <a:xfrm>
            <a:off x="365760" y="365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🍫 ☁️ 🍬</a:t>
            </a:r>
            <a:endParaRPr lang="en-US" sz="2800" dirty="0"/>
          </a:p>
        </p:txBody>
      </p:sp>
      <p:sp>
        <p:nvSpPr>
          <p:cNvPr id="4" name="deco-2"/>
          <p:cNvSpPr txBox="1"/>
          <p:nvPr/>
        </p:nvSpPr>
        <p:spPr>
          <a:xfrm>
            <a:off x="7589520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💕</a:t>
            </a:r>
            <a:endParaRPr lang="en-US" sz="4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788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Joyeux 2 ans, Khadija ❤️</a:t>
            </a:r>
            <a:endParaRPr lang="en-US" sz="4000" dirty="0"/>
          </a:p>
        </p:txBody>
      </p:sp>
      <p:sp>
        <p:nvSpPr>
          <p:cNvPr id="6" name="anim-002"/>
          <p:cNvSpPr txBox="1"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Une présentation très sérieuse (non) préparée par ton amoureux</a:t>
            </a:r>
            <a:endParaRPr lang="en-US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Ordre du jour de la réunion</a:t>
            </a:r>
            <a:endParaRPr lang="en-US" sz="3000" dirty="0"/>
          </a:p>
        </p:txBody>
      </p:sp>
      <p:sp>
        <p:nvSpPr>
          <p:cNvPr id="3" name="anim-003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4" name="anim-004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nim-005"/>
          <p:cNvSpPr txBox="1"/>
          <p:nvPr/>
        </p:nvSpPr>
        <p:spPr>
          <a:xfrm>
            <a:off x="6400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🐝</a:t>
            </a:r>
            <a:endParaRPr lang="en-US" sz="2300" dirty="0"/>
          </a:p>
        </p:txBody>
      </p:sp>
      <p:sp>
        <p:nvSpPr>
          <p:cNvPr id="6" name="anim-006"/>
          <p:cNvSpPr txBox="1"/>
          <p:nvPr/>
        </p:nvSpPr>
        <p:spPr>
          <a:xfrm>
            <a:off x="141732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Bumble</a:t>
            </a:r>
            <a:endParaRPr lang="en-US" sz="1600" dirty="0"/>
          </a:p>
        </p:txBody>
      </p:sp>
      <p:sp>
        <p:nvSpPr>
          <p:cNvPr id="7" name="anim-007"/>
          <p:cNvSpPr txBox="1"/>
          <p:nvPr/>
        </p:nvSpPr>
        <p:spPr>
          <a:xfrm>
            <a:off x="1417320" y="1947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J'ai failli supprimer l'app</a:t>
            </a:r>
            <a:endParaRPr lang="en-US" sz="1300" dirty="0"/>
          </a:p>
        </p:txBody>
      </p:sp>
      <p:sp>
        <p:nvSpPr>
          <p:cNvPr id="8" name="anim-008"/>
          <p:cNvSpPr/>
          <p:nvPr/>
        </p:nvSpPr>
        <p:spPr>
          <a:xfrm>
            <a:off x="3246120" y="132588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9" name="anim-009"/>
          <p:cNvSpPr/>
          <p:nvPr/>
        </p:nvSpPr>
        <p:spPr>
          <a:xfrm>
            <a:off x="3429000" y="155448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nim-010"/>
          <p:cNvSpPr txBox="1"/>
          <p:nvPr/>
        </p:nvSpPr>
        <p:spPr>
          <a:xfrm>
            <a:off x="34290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🍟</a:t>
            </a:r>
            <a:endParaRPr lang="en-US" sz="2300" dirty="0"/>
          </a:p>
        </p:txBody>
      </p:sp>
      <p:sp>
        <p:nvSpPr>
          <p:cNvPr id="11" name="anim-011"/>
          <p:cNvSpPr txBox="1"/>
          <p:nvPr/>
        </p:nvSpPr>
        <p:spPr>
          <a:xfrm>
            <a:off x="420624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McDo à 2h</a:t>
            </a:r>
            <a:endParaRPr lang="en-US" sz="1600" dirty="0"/>
          </a:p>
        </p:txBody>
      </p:sp>
      <p:sp>
        <p:nvSpPr>
          <p:cNvPr id="12" name="anim-012"/>
          <p:cNvSpPr txBox="1"/>
          <p:nvPr/>
        </p:nvSpPr>
        <p:spPr>
          <a:xfrm>
            <a:off x="4206240" y="1947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 premier rendez-vous</a:t>
            </a:r>
            <a:endParaRPr lang="en-US" sz="1300" dirty="0"/>
          </a:p>
        </p:txBody>
      </p:sp>
      <p:sp>
        <p:nvSpPr>
          <p:cNvPr id="13" name="anim-013"/>
          <p:cNvSpPr/>
          <p:nvPr/>
        </p:nvSpPr>
        <p:spPr>
          <a:xfrm>
            <a:off x="6035040" y="132588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4" name="anim-014"/>
          <p:cNvSpPr/>
          <p:nvPr/>
        </p:nvSpPr>
        <p:spPr>
          <a:xfrm>
            <a:off x="6217920" y="155448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nim-015"/>
          <p:cNvSpPr txBox="1"/>
          <p:nvPr/>
        </p:nvSpPr>
        <p:spPr>
          <a:xfrm>
            <a:off x="62179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📿</a:t>
            </a:r>
            <a:endParaRPr lang="en-US" sz="2300" dirty="0"/>
          </a:p>
        </p:txBody>
      </p:sp>
      <p:sp>
        <p:nvSpPr>
          <p:cNvPr id="16" name="anim-016"/>
          <p:cNvSpPr txBox="1"/>
          <p:nvPr/>
        </p:nvSpPr>
        <p:spPr>
          <a:xfrm>
            <a:off x="699516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Le bracelet</a:t>
            </a:r>
            <a:endParaRPr lang="en-US" sz="1600" dirty="0"/>
          </a:p>
        </p:txBody>
      </p:sp>
      <p:sp>
        <p:nvSpPr>
          <p:cNvPr id="17" name="anim-017"/>
          <p:cNvSpPr txBox="1"/>
          <p:nvPr/>
        </p:nvSpPr>
        <p:spPr>
          <a:xfrm>
            <a:off x="6995160" y="19476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Toujours au poignet</a:t>
            </a:r>
            <a:endParaRPr lang="en-US" sz="1300" dirty="0"/>
          </a:p>
        </p:txBody>
      </p:sp>
      <p:sp>
        <p:nvSpPr>
          <p:cNvPr id="18" name="anim-018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9" name="anim-019"/>
          <p:cNvSpPr/>
          <p:nvPr/>
        </p:nvSpPr>
        <p:spPr>
          <a:xfrm>
            <a:off x="640080" y="32461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nim-020"/>
          <p:cNvSpPr txBox="1"/>
          <p:nvPr/>
        </p:nvSpPr>
        <p:spPr>
          <a:xfrm>
            <a:off x="64008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📢</a:t>
            </a:r>
            <a:endParaRPr lang="en-US" sz="2300" dirty="0"/>
          </a:p>
        </p:txBody>
      </p:sp>
      <p:sp>
        <p:nvSpPr>
          <p:cNvPr id="21" name="anim-021"/>
          <p:cNvSpPr txBox="1"/>
          <p:nvPr/>
        </p:nvSpPr>
        <p:spPr>
          <a:xfrm>
            <a:off x="141732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Offre d'emploi</a:t>
            </a:r>
            <a:endParaRPr lang="en-US" sz="1600" dirty="0"/>
          </a:p>
        </p:txBody>
      </p:sp>
      <p:sp>
        <p:nvSpPr>
          <p:cNvPr id="22" name="anim-022"/>
          <p:cNvSpPr txBox="1"/>
          <p:nvPr/>
        </p:nvSpPr>
        <p:spPr>
          <a:xfrm>
            <a:off x="1417320" y="36393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Poste : hbila officielle</a:t>
            </a:r>
            <a:endParaRPr lang="en-US" sz="1300" dirty="0"/>
          </a:p>
        </p:txBody>
      </p:sp>
      <p:sp>
        <p:nvSpPr>
          <p:cNvPr id="23" name="anim-023"/>
          <p:cNvSpPr/>
          <p:nvPr/>
        </p:nvSpPr>
        <p:spPr>
          <a:xfrm>
            <a:off x="3246120" y="301752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24" name="anim-024"/>
          <p:cNvSpPr/>
          <p:nvPr/>
        </p:nvSpPr>
        <p:spPr>
          <a:xfrm>
            <a:off x="3429000" y="32461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anim-025"/>
          <p:cNvSpPr txBox="1"/>
          <p:nvPr/>
        </p:nvSpPr>
        <p:spPr>
          <a:xfrm>
            <a:off x="342900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🩺</a:t>
            </a:r>
            <a:endParaRPr lang="en-US" sz="2300" dirty="0"/>
          </a:p>
        </p:txBody>
      </p:sp>
      <p:sp>
        <p:nvSpPr>
          <p:cNvPr id="26" name="anim-026"/>
          <p:cNvSpPr txBox="1"/>
          <p:nvPr/>
        </p:nvSpPr>
        <p:spPr>
          <a:xfrm>
            <a:off x="420624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Dr. Khadija</a:t>
            </a:r>
            <a:endParaRPr lang="en-US" sz="1600" dirty="0"/>
          </a:p>
        </p:txBody>
      </p:sp>
      <p:sp>
        <p:nvSpPr>
          <p:cNvPr id="27" name="anim-027"/>
          <p:cNvSpPr txBox="1"/>
          <p:nvPr/>
        </p:nvSpPr>
        <p:spPr>
          <a:xfrm>
            <a:off x="4206240" y="36393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Meilleure de l'univers</a:t>
            </a:r>
            <a:endParaRPr lang="en-US" sz="1300" dirty="0"/>
          </a:p>
        </p:txBody>
      </p:sp>
      <p:sp>
        <p:nvSpPr>
          <p:cNvPr id="28" name="anim-028"/>
          <p:cNvSpPr/>
          <p:nvPr/>
        </p:nvSpPr>
        <p:spPr>
          <a:xfrm>
            <a:off x="6035040" y="3017520"/>
            <a:ext cx="260604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29" name="anim-029"/>
          <p:cNvSpPr/>
          <p:nvPr/>
        </p:nvSpPr>
        <p:spPr>
          <a:xfrm>
            <a:off x="6217920" y="32461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anim-030"/>
          <p:cNvSpPr txBox="1"/>
          <p:nvPr/>
        </p:nvSpPr>
        <p:spPr>
          <a:xfrm>
            <a:off x="6217920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🏠</a:t>
            </a:r>
            <a:endParaRPr lang="en-US" sz="2300" dirty="0"/>
          </a:p>
        </p:txBody>
      </p:sp>
      <p:sp>
        <p:nvSpPr>
          <p:cNvPr id="31" name="anim-031"/>
          <p:cNvSpPr txBox="1"/>
          <p:nvPr/>
        </p:nvSpPr>
        <p:spPr>
          <a:xfrm>
            <a:off x="6995160" y="32186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6. L'avenir</a:t>
            </a:r>
            <a:endParaRPr lang="en-US" sz="1600" dirty="0"/>
          </a:p>
        </p:txBody>
      </p:sp>
      <p:sp>
        <p:nvSpPr>
          <p:cNvPr id="32" name="anim-032"/>
          <p:cNvSpPr txBox="1"/>
          <p:nvPr/>
        </p:nvSpPr>
        <p:spPr>
          <a:xfrm>
            <a:off x="6995160" y="36393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Mariage, maison, bébés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3920"/>
                                  </p:stCondLst>
                                  <p:childTnLst>
                                    <p:par>
                                      <p:cTn id="6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4200"/>
                                  </p:stCondLst>
                                  <p:childTnLst>
                                    <p:par>
                                      <p:cTn id="6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4480"/>
                                  </p:stCondLst>
                                  <p:childTnLst>
                                    <p:par>
                                      <p:cTn id="7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4760"/>
                                  </p:stCondLst>
                                  <p:childTnLst>
                                    <p:par>
                                      <p:cTn id="7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5040"/>
                                  </p:stCondLst>
                                  <p:childTnLst>
                                    <p:par>
                                      <p:cTn id="7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0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1" fill="hold">
                                  <p:stCondLst>
                                    <p:cond delay="5320"/>
                                  </p:stCondLst>
                                  <p:childTnLst>
                                    <p:par>
                                      <p:cTn id="8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4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5" fill="hold">
                                  <p:stCondLst>
                                    <p:cond delay="5600"/>
                                  </p:stCondLst>
                                  <p:childTnLst>
                                    <p:par>
                                      <p:cTn id="8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8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5880"/>
                                  </p:stCondLst>
                                  <p:childTnLst>
                                    <p:par>
                                      <p:cTn id="9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2" dur="4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3" fill="hold">
                                  <p:stCondLst>
                                    <p:cond delay="6160"/>
                                  </p:stCondLst>
                                  <p:childTnLst>
                                    <p:par>
                                      <p:cTn id="9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6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7" fill="hold">
                                  <p:stCondLst>
                                    <p:cond delay="6440"/>
                                  </p:stCondLst>
                                  <p:childTnLst>
                                    <p:par>
                                      <p:cTn id="9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0" dur="4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1" fill="hold">
                                  <p:stCondLst>
                                    <p:cond delay="6720"/>
                                  </p:stCondLst>
                                  <p:childTnLst>
                                    <p:par>
                                      <p:cTn id="10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4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5" fill="hold">
                                  <p:stCondLst>
                                    <p:cond delay="7000"/>
                                  </p:stCondLst>
                                  <p:childTnLst>
                                    <p:par>
                                      <p:cTn id="10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8" dur="4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9" fill="hold">
                                  <p:stCondLst>
                                    <p:cond delay="7280"/>
                                  </p:stCondLst>
                                  <p:childTnLst>
                                    <p:par>
                                      <p:cTn id="1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2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3" fill="hold">
                                  <p:stCondLst>
                                    <p:cond delay="7560"/>
                                  </p:stCondLst>
                                  <p:childTnLst>
                                    <p:par>
                                      <p:cTn id="1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6" dur="45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7" fill="hold">
                                  <p:stCondLst>
                                    <p:cond delay="7840"/>
                                  </p:stCondLst>
                                  <p:childTnLst>
                                    <p:par>
                                      <p:cTn id="1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0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1" fill="hold">
                                  <p:stCondLst>
                                    <p:cond delay="8120"/>
                                  </p:stCondLst>
                                  <p:childTnLst>
                                    <p:par>
                                      <p:cTn id="1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4" dur="45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Deux ans déjà bébé… DEUX ANS !!!</a:t>
            </a:r>
            <a:endParaRPr lang="en-US" sz="3000" dirty="0"/>
          </a:p>
        </p:txBody>
      </p:sp>
      <p:sp>
        <p:nvSpPr>
          <p:cNvPr id="3" name="anim-033"/>
          <p:cNvSpPr/>
          <p:nvPr/>
        </p:nvSpPr>
        <p:spPr>
          <a:xfrm>
            <a:off x="457200" y="137160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4" name="anim-034"/>
          <p:cNvSpPr txBox="1"/>
          <p:nvPr/>
        </p:nvSpPr>
        <p:spPr>
          <a:xfrm>
            <a:off x="45720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5" name="anim-035"/>
          <p:cNvSpPr txBox="1"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ans ensemble</a:t>
            </a:r>
            <a:endParaRPr lang="en-US" sz="1400" dirty="0"/>
          </a:p>
        </p:txBody>
      </p:sp>
      <p:sp>
        <p:nvSpPr>
          <p:cNvPr id="6" name="anim-036"/>
          <p:cNvSpPr/>
          <p:nvPr/>
        </p:nvSpPr>
        <p:spPr>
          <a:xfrm>
            <a:off x="2560320" y="137160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7" name="anim-037"/>
          <p:cNvSpPr txBox="1"/>
          <p:nvPr/>
        </p:nvSpPr>
        <p:spPr>
          <a:xfrm>
            <a:off x="256032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~730</a:t>
            </a:r>
            <a:endParaRPr lang="en-US" sz="5400" dirty="0"/>
          </a:p>
        </p:txBody>
      </p:sp>
      <p:sp>
        <p:nvSpPr>
          <p:cNvPr id="8" name="anim-038"/>
          <p:cNvSpPr txBox="1"/>
          <p:nvPr/>
        </p:nvSpPr>
        <p:spPr>
          <a:xfrm>
            <a:off x="265176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jours avec toi</a:t>
            </a:r>
            <a:endParaRPr lang="en-US" sz="1400" dirty="0"/>
          </a:p>
        </p:txBody>
      </p:sp>
      <p:sp>
        <p:nvSpPr>
          <p:cNvPr id="9" name="anim-039"/>
          <p:cNvSpPr/>
          <p:nvPr/>
        </p:nvSpPr>
        <p:spPr>
          <a:xfrm>
            <a:off x="4663440" y="137160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0" name="anim-040"/>
          <p:cNvSpPr txBox="1"/>
          <p:nvPr/>
        </p:nvSpPr>
        <p:spPr>
          <a:xfrm>
            <a:off x="466344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anim-041"/>
          <p:cNvSpPr txBox="1"/>
          <p:nvPr/>
        </p:nvSpPr>
        <p:spPr>
          <a:xfrm>
            <a:off x="475488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bracelet Tommy porté</a:t>
            </a:r>
            <a:endParaRPr lang="en-US" sz="1400" dirty="0"/>
          </a:p>
        </p:txBody>
      </p:sp>
      <p:sp>
        <p:nvSpPr>
          <p:cNvPr id="12" name="anim-042"/>
          <p:cNvSpPr/>
          <p:nvPr/>
        </p:nvSpPr>
        <p:spPr>
          <a:xfrm>
            <a:off x="6766560" y="137160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3" name="anim-043"/>
          <p:cNvSpPr txBox="1"/>
          <p:nvPr/>
        </p:nvSpPr>
        <p:spPr>
          <a:xfrm>
            <a:off x="6766560" y="1508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400" dirty="0"/>
          </a:p>
        </p:txBody>
      </p:sp>
      <p:sp>
        <p:nvSpPr>
          <p:cNvPr id="14" name="anim-044"/>
          <p:cNvSpPr txBox="1"/>
          <p:nvPr/>
        </p:nvSpPr>
        <p:spPr>
          <a:xfrm>
            <a:off x="685800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bisous (et ça continue)</a:t>
            </a:r>
            <a:endParaRPr lang="en-US" sz="1400" dirty="0"/>
          </a:p>
        </p:txBody>
      </p:sp>
      <p:sp>
        <p:nvSpPr>
          <p:cNvPr id="15" name="anim-045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Et j'ai pas l'impression qu'on arrive au bout de quelque chose. On est encore au tout début de notre histoire.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Chapitre 1 : Bumble 🐝</a:t>
            </a:r>
            <a:endParaRPr lang="en-US" sz="3000" dirty="0"/>
          </a:p>
        </p:txBody>
      </p:sp>
      <p:sp>
        <p:nvSpPr>
          <p:cNvPr id="3" name="anim-046"/>
          <p:cNvSpPr/>
          <p:nvPr/>
        </p:nvSpPr>
        <p:spPr>
          <a:xfrm>
            <a:off x="457200" y="1325880"/>
            <a:ext cx="2560320" cy="2148840"/>
          </a:xfrm>
          <a:prstGeom prst="roundRect">
            <a:avLst>
              <a:gd name="adj" fmla="val 766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4" name="anim-047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nim-048"/>
          <p:cNvSpPr txBox="1"/>
          <p:nvPr/>
        </p:nvSpPr>
        <p:spPr>
          <a:xfrm>
            <a:off x="13716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6" name="anim-049"/>
          <p:cNvSpPr txBox="1"/>
          <p:nvPr/>
        </p:nvSpPr>
        <p:spPr>
          <a:xfrm>
            <a:off x="5943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Statut</a:t>
            </a:r>
            <a:endParaRPr lang="en-US" sz="1600" dirty="0"/>
          </a:p>
        </p:txBody>
      </p:sp>
      <p:sp>
        <p:nvSpPr>
          <p:cNvPr id="7" name="anim-050"/>
          <p:cNvSpPr txBox="1"/>
          <p:nvPr/>
        </p:nvSpPr>
        <p:spPr>
          <a:xfrm>
            <a:off x="59436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Sur le point de supprimer l'application</a:t>
            </a:r>
            <a:endParaRPr lang="en-US" sz="1400" dirty="0"/>
          </a:p>
        </p:txBody>
      </p:sp>
      <p:sp>
        <p:nvSpPr>
          <p:cNvPr id="8" name="deco-arrow-0"/>
          <p:cNvSpPr txBox="1"/>
          <p:nvPr/>
        </p:nvSpPr>
        <p:spPr>
          <a:xfrm>
            <a:off x="30175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➜</a:t>
            </a:r>
            <a:endParaRPr lang="en-US" sz="2000" dirty="0"/>
          </a:p>
        </p:txBody>
      </p:sp>
      <p:sp>
        <p:nvSpPr>
          <p:cNvPr id="9" name="anim-051"/>
          <p:cNvSpPr/>
          <p:nvPr/>
        </p:nvSpPr>
        <p:spPr>
          <a:xfrm>
            <a:off x="3291840" y="1325880"/>
            <a:ext cx="2560320" cy="2148840"/>
          </a:xfrm>
          <a:prstGeom prst="roundRect">
            <a:avLst>
              <a:gd name="adj" fmla="val 766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0" name="anim-052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nim-053"/>
          <p:cNvSpPr txBox="1"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👉</a:t>
            </a:r>
            <a:endParaRPr lang="en-US" sz="2400" dirty="0"/>
          </a:p>
        </p:txBody>
      </p:sp>
      <p:sp>
        <p:nvSpPr>
          <p:cNvPr id="12" name="anim-054"/>
          <p:cNvSpPr txBox="1"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</a:t>
            </a:r>
            <a:endParaRPr lang="en-US" sz="1600" dirty="0"/>
          </a:p>
        </p:txBody>
      </p:sp>
      <p:sp>
        <p:nvSpPr>
          <p:cNvPr id="13" name="anim-055"/>
          <p:cNvSpPr txBox="1"/>
          <p:nvPr/>
        </p:nvSpPr>
        <p:spPr>
          <a:xfrm>
            <a:off x="342900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Swipe à droite (yak a bébé)</a:t>
            </a:r>
            <a:endParaRPr lang="en-US" sz="1400" dirty="0"/>
          </a:p>
        </p:txBody>
      </p:sp>
      <p:sp>
        <p:nvSpPr>
          <p:cNvPr id="14" name="deco-arrow-1"/>
          <p:cNvSpPr txBox="1"/>
          <p:nvPr/>
        </p:nvSpPr>
        <p:spPr>
          <a:xfrm>
            <a:off x="585216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➜</a:t>
            </a:r>
            <a:endParaRPr lang="en-US" sz="2000" dirty="0"/>
          </a:p>
        </p:txBody>
      </p:sp>
      <p:sp>
        <p:nvSpPr>
          <p:cNvPr id="15" name="anim-056"/>
          <p:cNvSpPr/>
          <p:nvPr/>
        </p:nvSpPr>
        <p:spPr>
          <a:xfrm>
            <a:off x="6126480" y="1325880"/>
            <a:ext cx="2560320" cy="2148840"/>
          </a:xfrm>
          <a:prstGeom prst="roundRect">
            <a:avLst>
              <a:gd name="adj" fmla="val 766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6" name="anim-057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nim-058"/>
          <p:cNvSpPr txBox="1"/>
          <p:nvPr/>
        </p:nvSpPr>
        <p:spPr>
          <a:xfrm>
            <a:off x="70408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💛</a:t>
            </a:r>
            <a:endParaRPr lang="en-US" sz="2400" dirty="0"/>
          </a:p>
        </p:txBody>
      </p:sp>
      <p:sp>
        <p:nvSpPr>
          <p:cNvPr id="18" name="anim-059"/>
          <p:cNvSpPr txBox="1"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Résultat</a:t>
            </a:r>
            <a:endParaRPr lang="en-US" sz="1600" dirty="0"/>
          </a:p>
        </p:txBody>
      </p:sp>
      <p:sp>
        <p:nvSpPr>
          <p:cNvPr id="19" name="anim-060"/>
          <p:cNvSpPr txBox="1"/>
          <p:nvPr/>
        </p:nvSpPr>
        <p:spPr>
          <a:xfrm>
            <a:off x="626364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It's a match ! Tous les deux intéressés dès le début</a:t>
            </a:r>
            <a:endParaRPr lang="en-US" sz="1400" dirty="0"/>
          </a:p>
        </p:txBody>
      </p:sp>
      <p:sp>
        <p:nvSpPr>
          <p:cNvPr id="20" name="anim-061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Parmi toutes les personnes du monde, c'est toi et moi qui nous sommes trouvés. Imagine ma vie sans toi : c'est même pas une vie que j'ai envie d'imaginer.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3920"/>
                                  </p:stCondLst>
                                  <p:childTnLst>
                                    <p:par>
                                      <p:cTn id="6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4200"/>
                                  </p:stCondLst>
                                  <p:childTnLst>
                                    <p:par>
                                      <p:cTn id="6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Chapitre 2 : McDo Maârif, 02:00 du matin</a:t>
            </a:r>
            <a:endParaRPr lang="en-US" sz="3000" dirty="0"/>
          </a:p>
        </p:txBody>
      </p:sp>
      <p:sp>
        <p:nvSpPr>
          <p:cNvPr id="3" name="anim-062"/>
          <p:cNvSpPr txBox="1"/>
          <p:nvPr/>
        </p:nvSpPr>
        <p:spPr>
          <a:xfrm>
            <a:off x="457200" y="12801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🕑</a:t>
            </a:r>
            <a:endParaRPr lang="en-US" sz="8000" dirty="0"/>
          </a:p>
        </p:txBody>
      </p:sp>
      <p:sp>
        <p:nvSpPr>
          <p:cNvPr id="4" name="anim-063"/>
          <p:cNvSpPr txBox="1"/>
          <p:nvPr/>
        </p:nvSpPr>
        <p:spPr>
          <a:xfrm>
            <a:off x="27432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🍔🍟🥤</a:t>
            </a:r>
            <a:endParaRPr lang="en-US" sz="3200" dirty="0"/>
          </a:p>
        </p:txBody>
      </p:sp>
      <p:sp>
        <p:nvSpPr>
          <p:cNvPr id="5" name="anim-064"/>
          <p:cNvSpPr/>
          <p:nvPr/>
        </p:nvSpPr>
        <p:spPr>
          <a:xfrm>
            <a:off x="2377440" y="1280160"/>
            <a:ext cx="6309360" cy="1417320"/>
          </a:xfrm>
          <a:prstGeom prst="roundRect">
            <a:avLst>
              <a:gd name="adj" fmla="val 11613"/>
            </a:avLst>
          </a:prstGeom>
          <a:solidFill>
            <a:schemeClr val="accent6"/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6" name="anim-065"/>
          <p:cNvSpPr txBox="1"/>
          <p:nvPr/>
        </p:nvSpPr>
        <p:spPr>
          <a:xfrm>
            <a:off x="2560320" y="137160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KBIDTI, ON VA AU MCDO À 2H DU MATIN POUR UN PREMIER RENDEZ-VOUS ET ON FINIT PAR TOMBER AMOUREUX COMME ÇA ???</a:t>
            </a:r>
            <a:endParaRPr lang="en-US" sz="1800" dirty="0"/>
          </a:p>
        </p:txBody>
      </p:sp>
      <p:sp>
        <p:nvSpPr>
          <p:cNvPr id="7" name="anim-066"/>
          <p:cNvSpPr txBox="1"/>
          <p:nvPr/>
        </p:nvSpPr>
        <p:spPr>
          <a:xfrm>
            <a:off x="25603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Budget restaurant luxueux</a:t>
            </a:r>
            <a:endParaRPr lang="en-US" sz="1500" dirty="0"/>
          </a:p>
        </p:txBody>
      </p:sp>
      <p:sp>
        <p:nvSpPr>
          <p:cNvPr id="8" name="anim-067"/>
          <p:cNvSpPr txBox="1"/>
          <p:nvPr/>
        </p:nvSpPr>
        <p:spPr>
          <a:xfrm>
            <a:off x="6217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0 dh</a:t>
            </a:r>
            <a:endParaRPr lang="en-US" sz="1500" dirty="0"/>
          </a:p>
        </p:txBody>
      </p:sp>
      <p:sp>
        <p:nvSpPr>
          <p:cNvPr id="9" name="anim-068"/>
          <p:cNvSpPr txBox="1"/>
          <p:nvPr/>
        </p:nvSpPr>
        <p:spPr>
          <a:xfrm>
            <a:off x="2560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Niveau de simplicité</a:t>
            </a:r>
            <a:endParaRPr lang="en-US" sz="1500" dirty="0"/>
          </a:p>
        </p:txBody>
      </p:sp>
      <p:sp>
        <p:nvSpPr>
          <p:cNvPr id="10" name="anim-069"/>
          <p:cNvSpPr txBox="1"/>
          <p:nvPr/>
        </p:nvSpPr>
        <p:spPr>
          <a:xfrm>
            <a:off x="621792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100 % nous</a:t>
            </a:r>
            <a:endParaRPr lang="en-US" sz="1500" dirty="0"/>
          </a:p>
        </p:txBody>
      </p:sp>
      <p:sp>
        <p:nvSpPr>
          <p:cNvPr id="11" name="anim-070"/>
          <p:cNvSpPr txBox="1"/>
          <p:nvPr/>
        </p:nvSpPr>
        <p:spPr>
          <a:xfrm>
            <a:off x="2560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Premier bisou</a:t>
            </a:r>
            <a:endParaRPr lang="en-US" sz="1500" dirty="0"/>
          </a:p>
        </p:txBody>
      </p:sp>
      <p:sp>
        <p:nvSpPr>
          <p:cNvPr id="12" name="anim-071"/>
          <p:cNvSpPr txBox="1"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juste après 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Rapport d'inspection : le bracelet Tommy</a:t>
            </a:r>
            <a:endParaRPr lang="en-US" sz="3000" dirty="0"/>
          </a:p>
        </p:txBody>
      </p:sp>
      <p:sp>
        <p:nvSpPr>
          <p:cNvPr id="3" name="anim-072"/>
          <p:cNvSpPr/>
          <p:nvPr/>
        </p:nvSpPr>
        <p:spPr>
          <a:xfrm>
            <a:off x="640080" y="1463040"/>
            <a:ext cx="2194560" cy="219456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nim-073"/>
          <p:cNvSpPr txBox="1"/>
          <p:nvPr/>
        </p:nvSpPr>
        <p:spPr>
          <a:xfrm>
            <a:off x="640080" y="1463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📿</a:t>
            </a:r>
            <a:endParaRPr lang="en-US" sz="7200" dirty="0"/>
          </a:p>
        </p:txBody>
      </p:sp>
      <p:sp>
        <p:nvSpPr>
          <p:cNvPr id="5" name="anim-074"/>
          <p:cNvSpPr txBox="1"/>
          <p:nvPr/>
        </p:nvSpPr>
        <p:spPr>
          <a:xfrm>
            <a:off x="36576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Offert le jour du premier rendez-vous</a:t>
            </a:r>
            <a:endParaRPr lang="en-US" sz="1300" dirty="0"/>
          </a:p>
        </p:txBody>
      </p:sp>
      <p:sp>
        <p:nvSpPr>
          <p:cNvPr id="6" name="anim-075"/>
          <p:cNvSpPr/>
          <p:nvPr/>
        </p:nvSpPr>
        <p:spPr>
          <a:xfrm>
            <a:off x="3474720" y="1280160"/>
            <a:ext cx="5212080" cy="3063240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7" name="anim-076"/>
          <p:cNvSpPr txBox="1"/>
          <p:nvPr/>
        </p:nvSpPr>
        <p:spPr>
          <a:xfrm>
            <a:off x="370332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Porté depuis</a:t>
            </a:r>
            <a:endParaRPr lang="en-US" sz="1500" dirty="0"/>
          </a:p>
        </p:txBody>
      </p:sp>
      <p:sp>
        <p:nvSpPr>
          <p:cNvPr id="8" name="anim-077"/>
          <p:cNvSpPr txBox="1"/>
          <p:nvPr/>
        </p:nvSpPr>
        <p:spPr>
          <a:xfrm>
            <a:off x="566928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ans</a:t>
            </a:r>
            <a:endParaRPr lang="en-US" sz="1500" dirty="0"/>
          </a:p>
        </p:txBody>
      </p:sp>
      <p:sp>
        <p:nvSpPr>
          <p:cNvPr id="9" name="anim-078"/>
          <p:cNvSpPr txBox="1"/>
          <p:nvPr/>
        </p:nvSpPr>
        <p:spPr>
          <a:xfrm>
            <a:off x="37033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État</a:t>
            </a:r>
            <a:endParaRPr lang="en-US" sz="1500" dirty="0"/>
          </a:p>
        </p:txBody>
      </p:sp>
      <p:sp>
        <p:nvSpPr>
          <p:cNvPr id="10" name="anim-079"/>
          <p:cNvSpPr txBox="1"/>
          <p:nvPr/>
        </p:nvSpPr>
        <p:spPr>
          <a:xfrm>
            <a:off x="566928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Toujours là ✔︎</a:t>
            </a:r>
            <a:endParaRPr lang="en-US" sz="1500" dirty="0"/>
          </a:p>
        </p:txBody>
      </p:sp>
      <p:sp>
        <p:nvSpPr>
          <p:cNvPr id="11" name="anim-080"/>
          <p:cNvSpPr txBox="1"/>
          <p:nvPr/>
        </p:nvSpPr>
        <p:spPr>
          <a:xfrm>
            <a:off x="37033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Propriétaire</a:t>
            </a:r>
            <a:endParaRPr lang="en-US" sz="1500" dirty="0"/>
          </a:p>
        </p:txBody>
      </p:sp>
      <p:sp>
        <p:nvSpPr>
          <p:cNvPr id="12" name="anim-081"/>
          <p:cNvSpPr txBox="1"/>
          <p:nvPr/>
        </p:nvSpPr>
        <p:spPr>
          <a:xfrm>
            <a:off x="566928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Toujours là aussi ✔︎</a:t>
            </a:r>
            <a:endParaRPr lang="en-US" sz="1500" dirty="0"/>
          </a:p>
        </p:txBody>
      </p:sp>
      <p:sp>
        <p:nvSpPr>
          <p:cNvPr id="13" name="anim-082"/>
          <p:cNvSpPr txBox="1"/>
          <p:nvPr/>
        </p:nvSpPr>
        <p:spPr>
          <a:xfrm>
            <a:off x="37033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Niveau d'amour</a:t>
            </a:r>
            <a:endParaRPr lang="en-US" sz="1500" dirty="0"/>
          </a:p>
        </p:txBody>
      </p:sp>
      <p:sp>
        <p:nvSpPr>
          <p:cNvPr id="14" name="anim-083"/>
          <p:cNvSpPr txBox="1"/>
          <p:nvPr/>
        </p:nvSpPr>
        <p:spPr>
          <a:xfrm>
            <a:off x="56692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Encore plus qu'avant ✔︎</a:t>
            </a:r>
            <a:endParaRPr lang="en-US" sz="1500" dirty="0"/>
          </a:p>
        </p:txBody>
      </p:sp>
      <p:sp>
        <p:nvSpPr>
          <p:cNvPr id="15" name="anim-084"/>
          <p:cNvSpPr txBox="1"/>
          <p:nvPr/>
        </p:nvSpPr>
        <p:spPr>
          <a:xfrm>
            <a:off x="370332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Remarque</a:t>
            </a:r>
            <a:endParaRPr lang="en-US" sz="1500" dirty="0"/>
          </a:p>
        </p:txBody>
      </p:sp>
      <p:sp>
        <p:nvSpPr>
          <p:cNvPr id="16" name="anim-085"/>
          <p:cNvSpPr txBox="1"/>
          <p:nvPr/>
        </p:nvSpPr>
        <p:spPr>
          <a:xfrm>
            <a:off x="566928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jamais de dar de smail 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Pas besoin d'extraordinaire : juste toi</a:t>
            </a:r>
            <a:endParaRPr lang="en-US" sz="3000" dirty="0"/>
          </a:p>
        </p:txBody>
      </p:sp>
      <p:sp>
        <p:nvSpPr>
          <p:cNvPr id="3" name="anim-086"/>
          <p:cNvSpPr/>
          <p:nvPr/>
        </p:nvSpPr>
        <p:spPr>
          <a:xfrm>
            <a:off x="457200" y="1325880"/>
            <a:ext cx="2560320" cy="274320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4" name="anim-087"/>
          <p:cNvSpPr txBox="1"/>
          <p:nvPr/>
        </p:nvSpPr>
        <p:spPr>
          <a:xfrm>
            <a:off x="45720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🎳</a:t>
            </a:r>
            <a:endParaRPr lang="en-US" sz="6000" dirty="0"/>
          </a:p>
        </p:txBody>
      </p:sp>
      <p:sp>
        <p:nvSpPr>
          <p:cNvPr id="5" name="anim-088"/>
          <p:cNvSpPr txBox="1"/>
          <p:nvPr/>
        </p:nvSpPr>
        <p:spPr>
          <a:xfrm>
            <a:off x="5943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Journée bowling</a:t>
            </a:r>
            <a:endParaRPr lang="en-US" sz="1600" dirty="0"/>
          </a:p>
        </p:txBody>
      </p:sp>
      <p:sp>
        <p:nvSpPr>
          <p:cNvPr id="6" name="anim-089"/>
          <p:cNvSpPr txBox="1"/>
          <p:nvPr/>
        </p:nvSpPr>
        <p:spPr>
          <a:xfrm>
            <a:off x="594360" y="3108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STRIKE ! (au moins dans mon cœur)</a:t>
            </a:r>
            <a:endParaRPr lang="en-US" sz="1400" dirty="0"/>
          </a:p>
        </p:txBody>
      </p:sp>
      <p:sp>
        <p:nvSpPr>
          <p:cNvPr id="7" name="anim-090"/>
          <p:cNvSpPr/>
          <p:nvPr/>
        </p:nvSpPr>
        <p:spPr>
          <a:xfrm>
            <a:off x="3291840" y="1325880"/>
            <a:ext cx="2560320" cy="274320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8" name="anim-091"/>
          <p:cNvSpPr txBox="1"/>
          <p:nvPr/>
        </p:nvSpPr>
        <p:spPr>
          <a:xfrm>
            <a:off x="329184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🦒</a:t>
            </a:r>
            <a:endParaRPr lang="en-US" sz="6000" dirty="0"/>
          </a:p>
        </p:txBody>
      </p:sp>
      <p:sp>
        <p:nvSpPr>
          <p:cNvPr id="9" name="anim-092"/>
          <p:cNvSpPr txBox="1"/>
          <p:nvPr/>
        </p:nvSpPr>
        <p:spPr>
          <a:xfrm>
            <a:off x="34290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Journée au zoo</a:t>
            </a:r>
            <a:endParaRPr lang="en-US" sz="1600" dirty="0"/>
          </a:p>
        </p:txBody>
      </p:sp>
      <p:sp>
        <p:nvSpPr>
          <p:cNvPr id="10" name="anim-093"/>
          <p:cNvSpPr txBox="1"/>
          <p:nvPr/>
        </p:nvSpPr>
        <p:spPr>
          <a:xfrm>
            <a:off x="3429000" y="3108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Les animaux étaient mignons. Toi, plus.</a:t>
            </a:r>
            <a:endParaRPr lang="en-US" sz="1400" dirty="0"/>
          </a:p>
        </p:txBody>
      </p:sp>
      <p:sp>
        <p:nvSpPr>
          <p:cNvPr id="11" name="anim-094"/>
          <p:cNvSpPr/>
          <p:nvPr/>
        </p:nvSpPr>
        <p:spPr>
          <a:xfrm>
            <a:off x="6126480" y="1325880"/>
            <a:ext cx="2560320" cy="274320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2" name="anim-095"/>
          <p:cNvSpPr txBox="1"/>
          <p:nvPr/>
        </p:nvSpPr>
        <p:spPr>
          <a:xfrm>
            <a:off x="6126480" y="1463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13" name="anim-096"/>
          <p:cNvSpPr txBox="1"/>
          <p:nvPr/>
        </p:nvSpPr>
        <p:spPr>
          <a:xfrm>
            <a:off x="62636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Pauses café à Nearshore</a:t>
            </a:r>
            <a:endParaRPr lang="en-US" sz="1600" dirty="0"/>
          </a:p>
        </p:txBody>
      </p:sp>
      <p:sp>
        <p:nvSpPr>
          <p:cNvPr id="14" name="anim-097"/>
          <p:cNvSpPr txBox="1"/>
          <p:nvPr/>
        </p:nvSpPr>
        <p:spPr>
          <a:xfrm>
            <a:off x="6263640" y="3108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Toi avec nos deux cafés, sur notre banc</a:t>
            </a:r>
            <a:endParaRPr lang="en-US" sz="1400" dirty="0"/>
          </a:p>
        </p:txBody>
      </p:sp>
      <p:sp>
        <p:nvSpPr>
          <p:cNvPr id="15" name="anim-098"/>
          <p:cNvSpPr txBox="1"/>
          <p:nvPr/>
        </p:nvSpPr>
        <p:spPr>
          <a:xfrm>
            <a:off x="45720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Et franchement, supporter mes idées et mes délires, il faut avoir du courage hahaha.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Offre d'emploi 📢 (réf. 2ANS)</a:t>
            </a:r>
            <a:endParaRPr lang="en-US" sz="3000" dirty="0"/>
          </a:p>
        </p:txBody>
      </p:sp>
      <p:sp>
        <p:nvSpPr>
          <p:cNvPr id="3" name="job-card"/>
          <p:cNvSpPr/>
          <p:nvPr/>
        </p:nvSpPr>
        <p:spPr>
          <a:xfrm>
            <a:off x="457200" y="1234440"/>
            <a:ext cx="8229600" cy="32004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dash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4" name="job-title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: Hbila officielle de mon cœur</a:t>
            </a:r>
            <a:endParaRPr lang="en-US" sz="2200" dirty="0"/>
          </a:p>
        </p:txBody>
      </p:sp>
      <p:sp>
        <p:nvSpPr>
          <p:cNvPr id="5" name="job-k0"/>
          <p:cNvSpPr txBox="1"/>
          <p:nvPr/>
        </p:nvSpPr>
        <p:spPr>
          <a:xfrm>
            <a:off x="7315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Missions</a:t>
            </a:r>
            <a:endParaRPr lang="en-US" sz="1500" dirty="0"/>
          </a:p>
        </p:txBody>
      </p:sp>
      <p:sp>
        <p:nvSpPr>
          <p:cNvPr id="6" name="job-v0"/>
          <p:cNvSpPr txBox="1"/>
          <p:nvPr/>
        </p:nvSpPr>
        <p:spPr>
          <a:xfrm>
            <a:off x="2377440" y="2011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 faire rire, me faire craquer, me faire fondre et me rendre fou dans la même journée</a:t>
            </a:r>
            <a:endParaRPr lang="en-US" sz="1500" dirty="0"/>
          </a:p>
        </p:txBody>
      </p:sp>
      <p:sp>
        <p:nvSpPr>
          <p:cNvPr id="7" name="job-k1"/>
          <p:cNvSpPr txBox="1"/>
          <p:nvPr/>
        </p:nvSpPr>
        <p:spPr>
          <a:xfrm>
            <a:off x="7315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Profil</a:t>
            </a:r>
            <a:endParaRPr lang="en-US" sz="1500" dirty="0"/>
          </a:p>
        </p:txBody>
      </p:sp>
      <p:sp>
        <p:nvSpPr>
          <p:cNvPr id="8" name="job-v1"/>
          <p:cNvSpPr txBox="1"/>
          <p:nvPr/>
        </p:nvSpPr>
        <p:spPr>
          <a:xfrm>
            <a:off x="2377440" y="2560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Taquine, expressive, tendre, cheveux magnifiques, petites folies</a:t>
            </a:r>
            <a:endParaRPr lang="en-US" sz="1500" dirty="0"/>
          </a:p>
        </p:txBody>
      </p:sp>
      <p:sp>
        <p:nvSpPr>
          <p:cNvPr id="9" name="job-k2"/>
          <p:cNvSpPr txBox="1"/>
          <p:nvPr/>
        </p:nvSpPr>
        <p:spPr>
          <a:xfrm>
            <a:off x="73152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Contrat</a:t>
            </a:r>
            <a:endParaRPr lang="en-US" sz="1500" dirty="0"/>
          </a:p>
        </p:txBody>
      </p:sp>
      <p:sp>
        <p:nvSpPr>
          <p:cNvPr id="10" name="job-v2"/>
          <p:cNvSpPr txBox="1"/>
          <p:nvPr/>
        </p:nvSpPr>
        <p:spPr>
          <a:xfrm>
            <a:off x="237744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CDI. À vie. Sans période d'essai.</a:t>
            </a:r>
            <a:endParaRPr lang="en-US" sz="1500" dirty="0"/>
          </a:p>
        </p:txBody>
      </p:sp>
      <p:sp>
        <p:nvSpPr>
          <p:cNvPr id="11" name="job-k3"/>
          <p:cNvSpPr txBox="1"/>
          <p:nvPr/>
        </p:nvSpPr>
        <p:spPr>
          <a:xfrm>
            <a:off x="7315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Candidatures</a:t>
            </a:r>
            <a:endParaRPr lang="en-US" sz="1500" dirty="0"/>
          </a:p>
        </p:txBody>
      </p:sp>
      <p:sp>
        <p:nvSpPr>
          <p:cNvPr id="12" name="job-v3"/>
          <p:cNvSpPr txBox="1"/>
          <p:nvPr/>
        </p:nvSpPr>
        <p:spPr>
          <a:xfrm>
            <a:off x="237744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Aucun CV ne sera accepté</a:t>
            </a:r>
            <a:endParaRPr lang="en-US" sz="1500" dirty="0"/>
          </a:p>
        </p:txBody>
      </p:sp>
      <p:sp>
        <p:nvSpPr>
          <p:cNvPr id="13" name="anim-099"/>
          <p:cNvSpPr txBox="1"/>
          <p:nvPr/>
        </p:nvSpPr>
        <p:spPr>
          <a:xfrm rot="-360000">
            <a:off x="4892040" y="3611880"/>
            <a:ext cx="3566160" cy="640080"/>
          </a:xfrm>
          <a:prstGeom prst="rect">
            <a:avLst/>
          </a:prstGeom>
          <a:solidFill>
            <a:schemeClr val="bg1">
              <a:alpha val="85000"/>
            </a:schemeClr>
          </a:solidFill>
          <a:ln w="5080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POURVU À VIE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Étude scientifique : mes pensées du jour</a:t>
            </a:r>
            <a:endParaRPr lang="en-US" sz="3000" dirty="0"/>
          </a:p>
        </p:txBody>
      </p:sp>
      <p:graphicFrame>
        <p:nvGraphicFramePr>
          <p:cNvPr id="3" name="anim-100" descr=""/>
          <p:cNvGraphicFramePr/>
          <p:nvPr/>
        </p:nvGraphicFramePr>
        <p:xfrm>
          <a:off x="365760" y="11887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nim-101"/>
          <p:cNvSpPr/>
          <p:nvPr/>
        </p:nvSpPr>
        <p:spPr>
          <a:xfrm>
            <a:off x="4937760" y="1371600"/>
            <a:ext cx="3749040" cy="310896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5" name="anim-102"/>
          <p:cNvSpPr txBox="1"/>
          <p:nvPr/>
        </p:nvSpPr>
        <p:spPr>
          <a:xfrm>
            <a:off x="5166360" y="150876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Conclusion de l'étude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Je t'aime pour ta façon d'exister : tes yeux, ta voix, tes cheveux, ton sourire, ton rire, ta tendresse. Tu es attentionnée, genuine, loyale, pure de cœur.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À mes yeux, tu es une perle rare. 🦪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meilleure médecin… de quoi ?</a:t>
            </a:r>
            <a:endParaRPr lang="en-US" sz="3000" dirty="0"/>
          </a:p>
        </p:txBody>
      </p:sp>
      <p:sp>
        <p:nvSpPr>
          <p:cNvPr id="3" name="anim-103"/>
          <p:cNvSpPr txBox="1"/>
          <p:nvPr/>
        </p:nvSpPr>
        <p:spPr>
          <a:xfrm>
            <a:off x="457200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🇲🇦</a:t>
            </a:r>
            <a:endParaRPr lang="en-US" sz="2600" dirty="0"/>
          </a:p>
        </p:txBody>
      </p:sp>
      <p:sp>
        <p:nvSpPr>
          <p:cNvPr id="4" name="anim-104"/>
          <p:cNvSpPr txBox="1"/>
          <p:nvPr/>
        </p:nvSpPr>
        <p:spPr>
          <a:xfrm>
            <a:off x="1188720" y="1234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 Maroc</a:t>
            </a:r>
            <a:endParaRPr lang="en-US" sz="1600" dirty="0"/>
          </a:p>
        </p:txBody>
      </p:sp>
      <p:sp>
        <p:nvSpPr>
          <p:cNvPr id="5" name="anim-105"/>
          <p:cNvSpPr txBox="1"/>
          <p:nvPr/>
        </p:nvSpPr>
        <p:spPr>
          <a:xfrm>
            <a:off x="640080" y="18928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6" name="anim-106"/>
          <p:cNvSpPr txBox="1"/>
          <p:nvPr/>
        </p:nvSpPr>
        <p:spPr>
          <a:xfrm>
            <a:off x="1371600" y="18928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l'Afrique</a:t>
            </a:r>
            <a:endParaRPr lang="en-US" sz="1600" dirty="0"/>
          </a:p>
        </p:txBody>
      </p:sp>
      <p:sp>
        <p:nvSpPr>
          <p:cNvPr id="7" name="anim-107"/>
          <p:cNvSpPr txBox="1"/>
          <p:nvPr/>
        </p:nvSpPr>
        <p:spPr>
          <a:xfrm>
            <a:off x="822960" y="25511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🌎</a:t>
            </a:r>
            <a:endParaRPr lang="en-US" sz="2600" dirty="0"/>
          </a:p>
        </p:txBody>
      </p:sp>
      <p:sp>
        <p:nvSpPr>
          <p:cNvPr id="8" name="anim-108"/>
          <p:cNvSpPr txBox="1"/>
          <p:nvPr/>
        </p:nvSpPr>
        <p:spPr>
          <a:xfrm>
            <a:off x="1554480" y="25511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la planète</a:t>
            </a:r>
            <a:endParaRPr lang="en-US" sz="1600" dirty="0"/>
          </a:p>
        </p:txBody>
      </p:sp>
      <p:sp>
        <p:nvSpPr>
          <p:cNvPr id="9" name="anim-109"/>
          <p:cNvSpPr txBox="1"/>
          <p:nvPr/>
        </p:nvSpPr>
        <p:spPr>
          <a:xfrm>
            <a:off x="1005840" y="3209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🌌</a:t>
            </a:r>
            <a:endParaRPr lang="en-US" sz="2600" dirty="0"/>
          </a:p>
        </p:txBody>
      </p:sp>
      <p:sp>
        <p:nvSpPr>
          <p:cNvPr id="10" name="anim-110"/>
          <p:cNvSpPr txBox="1"/>
          <p:nvPr/>
        </p:nvSpPr>
        <p:spPr>
          <a:xfrm>
            <a:off x="1737360" y="32095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la galaxie</a:t>
            </a:r>
            <a:endParaRPr lang="en-US" sz="1600" dirty="0"/>
          </a:p>
        </p:txBody>
      </p:sp>
      <p:sp>
        <p:nvSpPr>
          <p:cNvPr id="11" name="anim-111"/>
          <p:cNvSpPr txBox="1"/>
          <p:nvPr/>
        </p:nvSpPr>
        <p:spPr>
          <a:xfrm>
            <a:off x="1188720" y="3867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🛸</a:t>
            </a:r>
            <a:endParaRPr lang="en-US" sz="2600" dirty="0"/>
          </a:p>
        </p:txBody>
      </p:sp>
      <p:sp>
        <p:nvSpPr>
          <p:cNvPr id="12" name="anim-112"/>
          <p:cNvSpPr txBox="1"/>
          <p:nvPr/>
        </p:nvSpPr>
        <p:spPr>
          <a:xfrm>
            <a:off x="1920240" y="38679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des galaxies pas encore découvertes</a:t>
            </a:r>
            <a:endParaRPr lang="en-US" sz="1600" dirty="0"/>
          </a:p>
        </p:txBody>
      </p:sp>
      <p:sp>
        <p:nvSpPr>
          <p:cNvPr id="13" name="anim-113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5294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4" name="anim-114"/>
          <p:cNvSpPr txBox="1"/>
          <p:nvPr/>
        </p:nvSpPr>
        <p:spPr>
          <a:xfrm>
            <a:off x="5715000" y="137160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📋 Ordonnance du Dr. Amoureux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 droit d'être fatiguée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Souffler, se reposer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Câlins à volonté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Rien à prouver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Être ma petite didij</a:t>
            </a:r>
            <a:endParaRPr lang="en-US" sz="1400" dirty="0"/>
          </a:p>
          <a:p>
            <a:pPr algn="r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À renouveler à vie ✍︎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moment sérieux 🤍</a:t>
            </a:r>
            <a:endParaRPr lang="en-US" sz="3000" dirty="0"/>
          </a:p>
        </p:txBody>
      </p:sp>
      <p:sp>
        <p:nvSpPr>
          <p:cNvPr id="3" name="anim-115"/>
          <p:cNvSpPr txBox="1"/>
          <p:nvPr/>
        </p:nvSpPr>
        <p:spPr>
          <a:xfrm>
            <a:off x="457200" y="12344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Si j'ai été rude, injuste, si j'ai manqué de patience ou si je t'ai fait de la peine alors que tu ne le méritais pas : pardon, bébé.</a:t>
            </a:r>
            <a:endParaRPr lang="en-US" sz="1800" dirty="0"/>
          </a:p>
        </p:txBody>
      </p:sp>
      <p:sp>
        <p:nvSpPr>
          <p:cNvPr id="4" name="anim-116"/>
          <p:cNvSpPr txBox="1"/>
          <p:nvPr/>
        </p:nvSpPr>
        <p:spPr>
          <a:xfrm>
            <a:off x="457200" y="32918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Je ne suis pas parfait. Mais je veux continuer à apprendre comment mieux t'aimer.</a:t>
            </a:r>
            <a:endParaRPr lang="en-US" sz="1500" dirty="0"/>
          </a:p>
        </p:txBody>
      </p:sp>
      <p:sp>
        <p:nvSpPr>
          <p:cNvPr id="5" name="anim-117"/>
          <p:cNvSpPr/>
          <p:nvPr/>
        </p:nvSpPr>
        <p:spPr>
          <a:xfrm>
            <a:off x="4572000" y="128016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nim-118"/>
          <p:cNvSpPr txBox="1"/>
          <p:nvPr/>
        </p:nvSpPr>
        <p:spPr>
          <a:xfrm>
            <a:off x="4572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7" name="anim-119"/>
          <p:cNvSpPr txBox="1"/>
          <p:nvPr/>
        </p:nvSpPr>
        <p:spPr>
          <a:xfrm>
            <a:off x="5166360" y="1280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Faire attention et me remettre en question</a:t>
            </a:r>
            <a:endParaRPr lang="en-US" sz="1500" dirty="0"/>
          </a:p>
        </p:txBody>
      </p:sp>
      <p:sp>
        <p:nvSpPr>
          <p:cNvPr id="8" name="anim-120"/>
          <p:cNvSpPr/>
          <p:nvPr/>
        </p:nvSpPr>
        <p:spPr>
          <a:xfrm>
            <a:off x="4572000" y="1901952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nim-121"/>
          <p:cNvSpPr txBox="1"/>
          <p:nvPr/>
        </p:nvSpPr>
        <p:spPr>
          <a:xfrm>
            <a:off x="45720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10" name="anim-122"/>
          <p:cNvSpPr txBox="1"/>
          <p:nvPr/>
        </p:nvSpPr>
        <p:spPr>
          <a:xfrm>
            <a:off x="5166360" y="1901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M'excuser sincèrement</a:t>
            </a:r>
            <a:endParaRPr lang="en-US" sz="1500" dirty="0"/>
          </a:p>
        </p:txBody>
      </p:sp>
      <p:sp>
        <p:nvSpPr>
          <p:cNvPr id="11" name="anim-123"/>
          <p:cNvSpPr/>
          <p:nvPr/>
        </p:nvSpPr>
        <p:spPr>
          <a:xfrm>
            <a:off x="4572000" y="2523744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nim-124"/>
          <p:cNvSpPr txBox="1"/>
          <p:nvPr/>
        </p:nvSpPr>
        <p:spPr>
          <a:xfrm>
            <a:off x="45720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13" name="anim-125"/>
          <p:cNvSpPr txBox="1"/>
          <p:nvPr/>
        </p:nvSpPr>
        <p:spPr>
          <a:xfrm>
            <a:off x="5166360" y="25237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 jamais tenir ton amour pour acquis</a:t>
            </a:r>
            <a:endParaRPr lang="en-US" sz="1500" dirty="0"/>
          </a:p>
        </p:txBody>
      </p:sp>
      <p:sp>
        <p:nvSpPr>
          <p:cNvPr id="14" name="anim-126"/>
          <p:cNvSpPr/>
          <p:nvPr/>
        </p:nvSpPr>
        <p:spPr>
          <a:xfrm>
            <a:off x="4572000" y="3145536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nim-127"/>
          <p:cNvSpPr txBox="1"/>
          <p:nvPr/>
        </p:nvSpPr>
        <p:spPr>
          <a:xfrm>
            <a:off x="45720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16" name="anim-128"/>
          <p:cNvSpPr txBox="1"/>
          <p:nvPr/>
        </p:nvSpPr>
        <p:spPr>
          <a:xfrm>
            <a:off x="5166360" y="31455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Douceur, respect et patience</a:t>
            </a:r>
            <a:endParaRPr lang="en-US" sz="1500" dirty="0"/>
          </a:p>
        </p:txBody>
      </p:sp>
      <p:sp>
        <p:nvSpPr>
          <p:cNvPr id="17" name="anim-129"/>
          <p:cNvSpPr/>
          <p:nvPr/>
        </p:nvSpPr>
        <p:spPr>
          <a:xfrm>
            <a:off x="4572000" y="3767328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nim-130"/>
          <p:cNvSpPr txBox="1"/>
          <p:nvPr/>
        </p:nvSpPr>
        <p:spPr>
          <a:xfrm>
            <a:off x="457200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19" name="anim-131"/>
          <p:cNvSpPr txBox="1"/>
          <p:nvPr/>
        </p:nvSpPr>
        <p:spPr>
          <a:xfrm>
            <a:off x="5166360" y="37673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Une équipe, pas deux adversaires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3920"/>
                                  </p:stCondLst>
                                  <p:childTnLst>
                                    <p:par>
                                      <p:cTn id="6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4200"/>
                                  </p:stCondLst>
                                  <p:childTnLst>
                                    <p:par>
                                      <p:cTn id="6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4480"/>
                                  </p:stCondLst>
                                  <p:childTnLst>
                                    <p:par>
                                      <p:cTn id="7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 officielle de notre vie</a:t>
            </a:r>
            <a:endParaRPr lang="en-US" sz="3000" dirty="0"/>
          </a:p>
        </p:txBody>
      </p:sp>
      <p:sp>
        <p:nvSpPr>
          <p:cNvPr id="3" name="road-line"/>
          <p:cNvSpPr/>
          <p:nvPr/>
        </p:nvSpPr>
        <p:spPr>
          <a:xfrm>
            <a:off x="822960" y="1965960"/>
            <a:ext cx="74980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</p:sp>
      <p:sp>
        <p:nvSpPr>
          <p:cNvPr id="4" name="anim-132"/>
          <p:cNvSpPr/>
          <p:nvPr/>
        </p:nvSpPr>
        <p:spPr>
          <a:xfrm>
            <a:off x="960120" y="15544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anim-133"/>
          <p:cNvSpPr txBox="1"/>
          <p:nvPr/>
        </p:nvSpPr>
        <p:spPr>
          <a:xfrm>
            <a:off x="960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💍</a:t>
            </a:r>
            <a:endParaRPr lang="en-US" sz="2700" dirty="0"/>
          </a:p>
        </p:txBody>
      </p:sp>
      <p:sp>
        <p:nvSpPr>
          <p:cNvPr id="6" name="anim-134"/>
          <p:cNvSpPr/>
          <p:nvPr/>
        </p:nvSpPr>
        <p:spPr>
          <a:xfrm>
            <a:off x="457200" y="260604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7" name="anim-135"/>
          <p:cNvSpPr txBox="1"/>
          <p:nvPr/>
        </p:nvSpPr>
        <p:spPr>
          <a:xfrm>
            <a:off x="54864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Mariage</a:t>
            </a:r>
            <a:endParaRPr lang="en-US" sz="1600" dirty="0"/>
          </a:p>
        </p:txBody>
      </p:sp>
      <p:sp>
        <p:nvSpPr>
          <p:cNvPr id="8" name="anim-136"/>
          <p:cNvSpPr txBox="1"/>
          <p:nvPr/>
        </p:nvSpPr>
        <p:spPr>
          <a:xfrm>
            <a:off x="566928" y="310896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Quand le moment sera venu (j'ai hâte de te voir en robe de mariée)</a:t>
            </a:r>
            <a:endParaRPr lang="en-US" sz="1300" dirty="0"/>
          </a:p>
        </p:txBody>
      </p:sp>
      <p:sp>
        <p:nvSpPr>
          <p:cNvPr id="9" name="anim-137"/>
          <p:cNvSpPr/>
          <p:nvPr/>
        </p:nvSpPr>
        <p:spPr>
          <a:xfrm>
            <a:off x="3063240" y="15544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anim-138"/>
          <p:cNvSpPr txBox="1"/>
          <p:nvPr/>
        </p:nvSpPr>
        <p:spPr>
          <a:xfrm>
            <a:off x="30632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🏠</a:t>
            </a:r>
            <a:endParaRPr lang="en-US" sz="2700" dirty="0"/>
          </a:p>
        </p:txBody>
      </p:sp>
      <p:sp>
        <p:nvSpPr>
          <p:cNvPr id="11" name="anim-139"/>
          <p:cNvSpPr/>
          <p:nvPr/>
        </p:nvSpPr>
        <p:spPr>
          <a:xfrm>
            <a:off x="2560320" y="260604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2" name="anim-140"/>
          <p:cNvSpPr txBox="1"/>
          <p:nvPr/>
        </p:nvSpPr>
        <p:spPr>
          <a:xfrm>
            <a:off x="265176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Notre maison</a:t>
            </a:r>
            <a:endParaRPr lang="en-US" sz="1600" dirty="0"/>
          </a:p>
        </p:txBody>
      </p:sp>
      <p:sp>
        <p:nvSpPr>
          <p:cNvPr id="13" name="anim-141"/>
          <p:cNvSpPr txBox="1"/>
          <p:nvPr/>
        </p:nvSpPr>
        <p:spPr>
          <a:xfrm>
            <a:off x="2670048" y="310896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Dispute gentille sur la couleur d'un mur. Tu gagneras.</a:t>
            </a:r>
            <a:endParaRPr lang="en-US" sz="1300" dirty="0"/>
          </a:p>
        </p:txBody>
      </p:sp>
      <p:sp>
        <p:nvSpPr>
          <p:cNvPr id="14" name="anim-142"/>
          <p:cNvSpPr/>
          <p:nvPr/>
        </p:nvSpPr>
        <p:spPr>
          <a:xfrm>
            <a:off x="5166360" y="15544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anim-143"/>
          <p:cNvSpPr txBox="1"/>
          <p:nvPr/>
        </p:nvSpPr>
        <p:spPr>
          <a:xfrm>
            <a:off x="51663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👶</a:t>
            </a:r>
            <a:endParaRPr lang="en-US" sz="2700" dirty="0"/>
          </a:p>
        </p:txBody>
      </p:sp>
      <p:sp>
        <p:nvSpPr>
          <p:cNvPr id="16" name="anim-144"/>
          <p:cNvSpPr/>
          <p:nvPr/>
        </p:nvSpPr>
        <p:spPr>
          <a:xfrm>
            <a:off x="4663440" y="260604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17" name="anim-145"/>
          <p:cNvSpPr txBox="1"/>
          <p:nvPr/>
        </p:nvSpPr>
        <p:spPr>
          <a:xfrm>
            <a:off x="475488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DES bébés</a:t>
            </a:r>
            <a:endParaRPr lang="en-US" sz="1600" dirty="0"/>
          </a:p>
        </p:txBody>
      </p:sp>
      <p:sp>
        <p:nvSpPr>
          <p:cNvPr id="18" name="anim-146"/>
          <p:cNvSpPr txBox="1"/>
          <p:nvPr/>
        </p:nvSpPr>
        <p:spPr>
          <a:xfrm>
            <a:off x="4773168" y="310896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Combien ? On verra sans devenir fous</a:t>
            </a:r>
            <a:endParaRPr lang="en-US" sz="1300" dirty="0"/>
          </a:p>
        </p:txBody>
      </p:sp>
      <p:sp>
        <p:nvSpPr>
          <p:cNvPr id="19" name="anim-147"/>
          <p:cNvSpPr/>
          <p:nvPr/>
        </p:nvSpPr>
        <p:spPr>
          <a:xfrm>
            <a:off x="7269480" y="15544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anim-148"/>
          <p:cNvSpPr txBox="1"/>
          <p:nvPr/>
        </p:nvSpPr>
        <p:spPr>
          <a:xfrm>
            <a:off x="72694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👵</a:t>
            </a:r>
            <a:endParaRPr lang="en-US" sz="2700" dirty="0"/>
          </a:p>
        </p:txBody>
      </p:sp>
      <p:sp>
        <p:nvSpPr>
          <p:cNvPr id="21" name="anim-149"/>
          <p:cNvSpPr/>
          <p:nvPr/>
        </p:nvSpPr>
        <p:spPr>
          <a:xfrm>
            <a:off x="6766560" y="2606040"/>
            <a:ext cx="192024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22" name="anim-150"/>
          <p:cNvSpPr txBox="1"/>
          <p:nvPr/>
        </p:nvSpPr>
        <p:spPr>
          <a:xfrm>
            <a:off x="6858000" y="2697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Petits-enfants</a:t>
            </a:r>
            <a:endParaRPr lang="en-US" sz="1600" dirty="0"/>
          </a:p>
        </p:txBody>
      </p:sp>
      <p:sp>
        <p:nvSpPr>
          <p:cNvPr id="23" name="anim-151"/>
          <p:cNvSpPr txBox="1"/>
          <p:nvPr/>
        </p:nvSpPr>
        <p:spPr>
          <a:xfrm>
            <a:off x="6876288" y="3108960"/>
            <a:ext cx="17007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« Vous vous êtes rencontrés sur INTERNET ?? 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3920"/>
                                  </p:stCondLst>
                                  <p:childTnLst>
                                    <p:par>
                                      <p:cTn id="6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4200"/>
                                  </p:stCondLst>
                                  <p:childTnLst>
                                    <p:par>
                                      <p:cTn id="6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4480"/>
                                  </p:stCondLst>
                                  <p:childTnLst>
                                    <p:par>
                                      <p:cTn id="7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4760"/>
                                  </p:stCondLst>
                                  <p:childTnLst>
                                    <p:par>
                                      <p:cTn id="7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5040"/>
                                  </p:stCondLst>
                                  <p:childTnLst>
                                    <p:par>
                                      <p:cTn id="7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0" dur="4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1" fill="hold">
                                  <p:stCondLst>
                                    <p:cond delay="5320"/>
                                  </p:stCondLst>
                                  <p:childTnLst>
                                    <p:par>
                                      <p:cTn id="8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4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Prévisions : mon amour pour toi</a:t>
            </a:r>
            <a:endParaRPr lang="en-US" sz="3000" dirty="0"/>
          </a:p>
        </p:txBody>
      </p:sp>
      <p:graphicFrame>
        <p:nvGraphicFramePr>
          <p:cNvPr id="3" name="anim-152" descr=""/>
          <p:cNvGraphicFramePr/>
          <p:nvPr/>
        </p:nvGraphicFramePr>
        <p:xfrm>
          <a:off x="365760" y="11430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nim-153"/>
          <p:cNvSpPr/>
          <p:nvPr/>
        </p:nvSpPr>
        <p:spPr>
          <a:xfrm>
            <a:off x="5760720" y="1280160"/>
            <a:ext cx="2926080" cy="3200400"/>
          </a:xfrm>
          <a:prstGeom prst="roundRect">
            <a:avLst>
              <a:gd name="adj" fmla="val 562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38100" dir="5400000">
              <a:srgbClr val="7A4F38">
                <a:alpha val="18000"/>
              </a:srgbClr>
            </a:outerShdw>
          </a:effectLst>
        </p:spPr>
      </p:sp>
      <p:sp>
        <p:nvSpPr>
          <p:cNvPr id="5" name="anim-154"/>
          <p:cNvSpPr txBox="1"/>
          <p:nvPr/>
        </p:nvSpPr>
        <p:spPr>
          <a:xfrm>
            <a:off x="5943600" y="141732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Chargement : 70 ans d'embêtements… 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Blagues nulles : 10 000 en stock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Pauses café : des centaines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Fous rires : des milliers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« oui bébé je sais » : ×1 000 000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Supplément spécial princesse 👑</a:t>
            </a:r>
            <a:endParaRPr lang="en-US" sz="3000" dirty="0"/>
          </a:p>
        </p:txBody>
      </p:sp>
      <p:sp>
        <p:nvSpPr>
          <p:cNvPr id="3" name="anim-155"/>
          <p:cNvSpPr/>
          <p:nvPr/>
        </p:nvSpPr>
        <p:spPr>
          <a:xfrm>
            <a:off x="457200" y="118872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nick-t0"/>
          <p:cNvSpPr txBox="1"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🍪  petit cookie d'amour</a:t>
            </a:r>
            <a:endParaRPr lang="en-US" sz="1400" dirty="0"/>
          </a:p>
        </p:txBody>
      </p:sp>
      <p:sp>
        <p:nvSpPr>
          <p:cNvPr id="5" name="anim-156"/>
          <p:cNvSpPr/>
          <p:nvPr/>
        </p:nvSpPr>
        <p:spPr>
          <a:xfrm>
            <a:off x="3246120" y="118872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nick-t1"/>
          <p:cNvSpPr txBox="1"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🍡  marshmallow tout doux</a:t>
            </a:r>
            <a:endParaRPr lang="en-US" sz="1400" dirty="0"/>
          </a:p>
        </p:txBody>
      </p:sp>
      <p:sp>
        <p:nvSpPr>
          <p:cNvPr id="7" name="anim-157"/>
          <p:cNvSpPr/>
          <p:nvPr/>
        </p:nvSpPr>
        <p:spPr>
          <a:xfrm>
            <a:off x="6035040" y="118872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nick-t2"/>
          <p:cNvSpPr txBox="1"/>
          <p:nvPr/>
        </p:nvSpPr>
        <p:spPr>
          <a:xfrm>
            <a:off x="617220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🍫  bout de chocolat au lait</a:t>
            </a:r>
            <a:endParaRPr lang="en-US" sz="1400" dirty="0"/>
          </a:p>
        </p:txBody>
      </p:sp>
      <p:sp>
        <p:nvSpPr>
          <p:cNvPr id="9" name="anim-158"/>
          <p:cNvSpPr/>
          <p:nvPr/>
        </p:nvSpPr>
        <p:spPr>
          <a:xfrm>
            <a:off x="457200" y="1755648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nick-t3"/>
          <p:cNvSpPr txBox="1"/>
          <p:nvPr/>
        </p:nvSpPr>
        <p:spPr>
          <a:xfrm>
            <a:off x="59436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☁️  petit nuage d'amour</a:t>
            </a:r>
            <a:endParaRPr lang="en-US" sz="1400" dirty="0"/>
          </a:p>
        </p:txBody>
      </p:sp>
      <p:sp>
        <p:nvSpPr>
          <p:cNvPr id="11" name="anim-159"/>
          <p:cNvSpPr/>
          <p:nvPr/>
        </p:nvSpPr>
        <p:spPr>
          <a:xfrm>
            <a:off x="3246120" y="1755648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nick-t4"/>
          <p:cNvSpPr txBox="1"/>
          <p:nvPr/>
        </p:nvSpPr>
        <p:spPr>
          <a:xfrm>
            <a:off x="338328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🍓  fraise à la crème</a:t>
            </a:r>
            <a:endParaRPr lang="en-US" sz="1400" dirty="0"/>
          </a:p>
        </p:txBody>
      </p:sp>
      <p:sp>
        <p:nvSpPr>
          <p:cNvPr id="13" name="anim-160"/>
          <p:cNvSpPr/>
          <p:nvPr/>
        </p:nvSpPr>
        <p:spPr>
          <a:xfrm>
            <a:off x="6035040" y="1755648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nick-t5"/>
          <p:cNvSpPr txBox="1"/>
          <p:nvPr/>
        </p:nvSpPr>
        <p:spPr>
          <a:xfrm>
            <a:off x="6172200" y="1755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🍬  bonbon tout mignon</a:t>
            </a:r>
            <a:endParaRPr lang="en-US" sz="1400" dirty="0"/>
          </a:p>
        </p:txBody>
      </p:sp>
      <p:sp>
        <p:nvSpPr>
          <p:cNvPr id="15" name="anim-161"/>
          <p:cNvSpPr/>
          <p:nvPr/>
        </p:nvSpPr>
        <p:spPr>
          <a:xfrm>
            <a:off x="457200" y="2322576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nick-t6"/>
          <p:cNvSpPr txBox="1"/>
          <p:nvPr/>
        </p:nvSpPr>
        <p:spPr>
          <a:xfrm>
            <a:off x="594360" y="2322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🥞  crêpe au chocolat</a:t>
            </a:r>
            <a:endParaRPr lang="en-US" sz="1400" dirty="0"/>
          </a:p>
        </p:txBody>
      </p:sp>
      <p:sp>
        <p:nvSpPr>
          <p:cNvPr id="17" name="anim-162"/>
          <p:cNvSpPr/>
          <p:nvPr/>
        </p:nvSpPr>
        <p:spPr>
          <a:xfrm>
            <a:off x="3246120" y="2322576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nick-t7"/>
          <p:cNvSpPr txBox="1"/>
          <p:nvPr/>
        </p:nvSpPr>
        <p:spPr>
          <a:xfrm>
            <a:off x="3383280" y="2322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🧸  ourson d'amour</a:t>
            </a:r>
            <a:endParaRPr lang="en-US" sz="1400" dirty="0"/>
          </a:p>
        </p:txBody>
      </p:sp>
      <p:sp>
        <p:nvSpPr>
          <p:cNvPr id="19" name="anim-163"/>
          <p:cNvSpPr/>
          <p:nvPr/>
        </p:nvSpPr>
        <p:spPr>
          <a:xfrm>
            <a:off x="6035040" y="2322576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nick-t8"/>
          <p:cNvSpPr txBox="1"/>
          <p:nvPr/>
        </p:nvSpPr>
        <p:spPr>
          <a:xfrm>
            <a:off x="6172200" y="2322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👑  princesse en sucre</a:t>
            </a:r>
            <a:endParaRPr lang="en-US" sz="1400" dirty="0"/>
          </a:p>
        </p:txBody>
      </p:sp>
      <p:sp>
        <p:nvSpPr>
          <p:cNvPr id="21" name="anim-164"/>
          <p:cNvSpPr/>
          <p:nvPr/>
        </p:nvSpPr>
        <p:spPr>
          <a:xfrm>
            <a:off x="457200" y="2889504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nick-t9"/>
          <p:cNvSpPr txBox="1"/>
          <p:nvPr/>
        </p:nvSpPr>
        <p:spPr>
          <a:xfrm>
            <a:off x="59436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🍦  chou à la vanille</a:t>
            </a:r>
            <a:endParaRPr lang="en-US" sz="1400" dirty="0"/>
          </a:p>
        </p:txBody>
      </p:sp>
      <p:sp>
        <p:nvSpPr>
          <p:cNvPr id="23" name="anim-165"/>
          <p:cNvSpPr/>
          <p:nvPr/>
        </p:nvSpPr>
        <p:spPr>
          <a:xfrm>
            <a:off x="3246120" y="2889504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nick-t10"/>
          <p:cNvSpPr txBox="1"/>
          <p:nvPr/>
        </p:nvSpPr>
        <p:spPr>
          <a:xfrm>
            <a:off x="338328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💎  praline d'amour</a:t>
            </a:r>
            <a:endParaRPr lang="en-US" sz="1400" dirty="0"/>
          </a:p>
        </p:txBody>
      </p:sp>
      <p:sp>
        <p:nvSpPr>
          <p:cNvPr id="25" name="anim-166"/>
          <p:cNvSpPr/>
          <p:nvPr/>
        </p:nvSpPr>
        <p:spPr>
          <a:xfrm>
            <a:off x="6035040" y="2889504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6" name="nick-t11"/>
          <p:cNvSpPr txBox="1"/>
          <p:nvPr/>
        </p:nvSpPr>
        <p:spPr>
          <a:xfrm>
            <a:off x="617220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🌸  macaron rose</a:t>
            </a:r>
            <a:endParaRPr lang="en-US" sz="1400" dirty="0"/>
          </a:p>
        </p:txBody>
      </p:sp>
      <p:sp>
        <p:nvSpPr>
          <p:cNvPr id="27" name="anim-167"/>
          <p:cNvSpPr/>
          <p:nvPr/>
        </p:nvSpPr>
        <p:spPr>
          <a:xfrm>
            <a:off x="457200" y="3456432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nick-t12"/>
          <p:cNvSpPr txBox="1"/>
          <p:nvPr/>
        </p:nvSpPr>
        <p:spPr>
          <a:xfrm>
            <a:off x="59436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💗  cœur en guimauve</a:t>
            </a:r>
            <a:endParaRPr lang="en-US" sz="1400" dirty="0"/>
          </a:p>
        </p:txBody>
      </p:sp>
      <p:sp>
        <p:nvSpPr>
          <p:cNvPr id="29" name="anim-168"/>
          <p:cNvSpPr/>
          <p:nvPr/>
        </p:nvSpPr>
        <p:spPr>
          <a:xfrm>
            <a:off x="3246120" y="3456432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0" name="nick-t13"/>
          <p:cNvSpPr txBox="1"/>
          <p:nvPr/>
        </p:nvSpPr>
        <p:spPr>
          <a:xfrm>
            <a:off x="338328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🍯  madeleine au miel</a:t>
            </a:r>
            <a:endParaRPr lang="en-US" sz="1400" dirty="0"/>
          </a:p>
        </p:txBody>
      </p:sp>
      <p:sp>
        <p:nvSpPr>
          <p:cNvPr id="31" name="anim-169"/>
          <p:cNvSpPr/>
          <p:nvPr/>
        </p:nvSpPr>
        <p:spPr>
          <a:xfrm>
            <a:off x="6035040" y="3456432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nick-t14"/>
          <p:cNvSpPr txBox="1"/>
          <p:nvPr/>
        </p:nvSpPr>
        <p:spPr>
          <a:xfrm>
            <a:off x="617220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🧁  cupcake d'amour</a:t>
            </a:r>
            <a:endParaRPr lang="en-US" sz="1400" dirty="0"/>
          </a:p>
        </p:txBody>
      </p:sp>
      <p:sp>
        <p:nvSpPr>
          <p:cNvPr id="33" name="anim-170"/>
          <p:cNvSpPr/>
          <p:nvPr/>
        </p:nvSpPr>
        <p:spPr>
          <a:xfrm>
            <a:off x="457200" y="402336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4" name="nick-t15"/>
          <p:cNvSpPr txBox="1"/>
          <p:nvPr/>
        </p:nvSpPr>
        <p:spPr>
          <a:xfrm>
            <a:off x="59436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🥐  brioche au sucre</a:t>
            </a:r>
            <a:endParaRPr lang="en-US" sz="1400" dirty="0"/>
          </a:p>
        </p:txBody>
      </p:sp>
      <p:sp>
        <p:nvSpPr>
          <p:cNvPr id="35" name="anim-171"/>
          <p:cNvSpPr/>
          <p:nvPr/>
        </p:nvSpPr>
        <p:spPr>
          <a:xfrm>
            <a:off x="3246120" y="402336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6" name="nick-t16"/>
          <p:cNvSpPr txBox="1"/>
          <p:nvPr/>
        </p:nvSpPr>
        <p:spPr>
          <a:xfrm>
            <a:off x="33832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🐣  poussin d'amour</a:t>
            </a:r>
            <a:endParaRPr lang="en-US" sz="1400" dirty="0"/>
          </a:p>
        </p:txBody>
      </p:sp>
      <p:sp>
        <p:nvSpPr>
          <p:cNvPr id="37" name="anim-172"/>
          <p:cNvSpPr/>
          <p:nvPr/>
        </p:nvSpPr>
        <p:spPr>
          <a:xfrm>
            <a:off x="6035040" y="4023360"/>
            <a:ext cx="26060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8" name="nick-t17"/>
          <p:cNvSpPr txBox="1"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🍒  litchi d'amour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1" fill="hold">
                                  <p:stCondLst>
                                    <p:cond delay="1120"/>
                                  </p:stCondLst>
                                  <p:childTnLst>
                                    <p:par>
                                      <p:cTn id="2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" dur="4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5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2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" dur="4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9" fill="hold">
                                  <p:stCondLst>
                                    <p:cond delay="1680"/>
                                  </p:stCondLst>
                                  <p:childTnLst>
                                    <p:par>
                                      <p:cTn id="3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2" dur="4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3" fill="hold">
                                  <p:stCondLst>
                                    <p:cond delay="1960"/>
                                  </p:stCondLst>
                                  <p:childTnLst>
                                    <p:par>
                                      <p:cTn id="3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6" dur="4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7" fill="hold">
                                  <p:stCondLst>
                                    <p:cond delay="2240"/>
                                  </p:stCondLst>
                                  <p:childTnLst>
                                    <p:par>
                                      <p:cTn id="3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0" dur="4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1" fill="hold">
                                  <p:stCondLst>
                                    <p:cond delay="2520"/>
                                  </p:stCondLst>
                                  <p:childTnLst>
                                    <p:par>
                                      <p:cTn id="4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4" dur="4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5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4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8" dur="4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9" fill="hold">
                                  <p:stCondLst>
                                    <p:cond delay="3080"/>
                                  </p:stCondLst>
                                  <p:childTnLst>
                                    <p:par>
                                      <p:cTn id="5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2" dur="4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3" fill="hold">
                                  <p:stCondLst>
                                    <p:cond delay="3360"/>
                                  </p:stCondLst>
                                  <p:childTnLst>
                                    <p:par>
                                      <p:cTn id="5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4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3640"/>
                                  </p:stCondLst>
                                  <p:childTnLst>
                                    <p:par>
                                      <p:cTn id="5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4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3920"/>
                                  </p:stCondLst>
                                  <p:childTnLst>
                                    <p:par>
                                      <p:cTn id="62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45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4200"/>
                                  </p:stCondLst>
                                  <p:childTnLst>
                                    <p:par>
                                      <p:cTn id="6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45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4480"/>
                                  </p:stCondLst>
                                  <p:childTnLst>
                                    <p:par>
                                      <p:cTn id="7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45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4760"/>
                                  </p:stCondLst>
                                  <p:childTnLst>
                                    <p:par>
                                      <p:cTn id="7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45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-173"/>
          <p:cNvSpPr txBox="1"/>
          <p:nvPr/>
        </p:nvSpPr>
        <p:spPr>
          <a:xfrm>
            <a:off x="3429000" y="182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❤️</a:t>
            </a:r>
            <a:endParaRPr lang="en-US" sz="9600" dirty="0"/>
          </a:p>
        </p:txBody>
      </p:sp>
      <p:sp>
        <p:nvSpPr>
          <p:cNvPr id="3" name="anim-174"/>
          <p:cNvSpPr txBox="1"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cœur ne bat que pour toi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788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JE T'AIME MA FEMME ❤️</a:t>
            </a:r>
            <a:endParaRPr lang="en-US" sz="4000" dirty="0"/>
          </a:p>
        </p:txBody>
      </p:sp>
      <p:sp>
        <p:nvSpPr>
          <p:cNvPr id="5" name="anim-175"/>
          <p:cNvSpPr txBox="1"/>
          <p:nvPr/>
        </p:nvSpPr>
        <p:spPr>
          <a:xfrm>
            <a:off x="731520" y="3703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Si je devais tout recommencer : Bumble ➜ toi ➜ McDo ➜ premier bisou ➜ retomber amoureux. Encore. Et encore. Et encore.</a:t>
            </a:r>
            <a:endParaRPr lang="en-US" sz="1500" dirty="0"/>
          </a:p>
        </p:txBody>
      </p:sp>
      <p:sp>
        <p:nvSpPr>
          <p:cNvPr id="6" name="anim-176"/>
          <p:cNvSpPr txBox="1"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Joyeux 2 ans à nous ! Et prépare-toi : je compte bien t'embêter pendant les 70 prochaines années 😌</a:t>
            </a:r>
            <a:endParaRPr lang="en-US" sz="1300" dirty="0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" dur="45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" fill="hold">
                                  <p:stCondLst>
                                    <p:cond delay="280"/>
                                  </p:stCondLst>
                                  <p:childTnLst>
                                    <p:par>
                                      <p:cTn id="10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" dur="4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" fill="hold">
                                  <p:stCondLst>
                                    <p:cond delay="560"/>
                                  </p:stCondLst>
                                  <p:childTnLst>
                                    <p:par>
                                      <p:cTn id="14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" dur="4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840"/>
                                  </p:stCondLst>
                                  <p:childTnLst>
                                    <p:par>
                                      <p:cTn id="18" presetID="10" presetClass="entr" presetSubtype="0" fill="hold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" dur="4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ocolat Marshmallow">
  <a:themeElements>
    <a:clrScheme name="Chocolat Marshmallow">
      <a:dk1>
        <a:srgbClr val="3B2418"/>
      </a:dk1>
      <a:lt1>
        <a:srgbClr val="FFFFFF"/>
      </a:lt1>
      <a:dk2>
        <a:srgbClr val="5B3A29"/>
      </a:dk2>
      <a:lt2>
        <a:srgbClr val="FFF0F5"/>
      </a:lt2>
      <a:accent1>
        <a:srgbClr val="FF4F7E"/>
      </a:accent1>
      <a:accent2>
        <a:srgbClr val="FF8FB1"/>
      </a:accent2>
      <a:accent3>
        <a:srgbClr val="FFC94D"/>
      </a:accent3>
      <a:accent4>
        <a:srgbClr val="7A4F38"/>
      </a:accent4>
      <a:accent5>
        <a:srgbClr val="BFF0DC"/>
      </a:accent5>
      <a:accent6>
        <a:srgbClr val="2A1F4D"/>
      </a:accent6>
      <a:hlink>
        <a:srgbClr val="FF4F7E"/>
      </a:hlink>
      <a:folHlink>
        <a:srgbClr val="7A4F38"/>
      </a:folHlink>
    </a:clrScheme>
    <a:fontScheme name="Chocolat Marshmal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Joyeux 2 ans</dc:title>
  <dc:subject>PptxGenJS Presentation</dc:subject>
  <dc:creator>Ton amoureux</dc:creator>
  <cp:lastModifiedBy>Ton amoureux</cp:lastModifiedBy>
  <cp:revision>1</cp:revision>
  <dcterms:created xsi:type="dcterms:W3CDTF">2026-10-13T23:52:23Z</dcterms:created>
  <dcterms:modified xsi:type="dcterms:W3CDTF">2026-10-13T23:52:23Z</dcterms:modified>
</cp:coreProperties>
</file>